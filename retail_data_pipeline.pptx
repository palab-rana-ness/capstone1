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Understanding: why we need it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reliable pipeline that collects data from multiple retail systems and produces a clean, business-ready dataset for pricing and promotion decisions.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0233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Database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 / API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System / API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0233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output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6974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Pricing-ready dataset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information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availability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insights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</a:t>
            </a:r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comes from different systems and can fail or contain invalid / inconsistent records.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234440" cy="731520"/>
          </a:xfrm>
          <a:prstGeom prst="rect">
            <a:avLst/>
          </a:prstGeom>
          <a:solidFill>
            <a:srgbClr val="8D99A6"/>
          </a:solidFill>
          <a:ln w="9525">
            <a:solidFill>
              <a:srgbClr val="8D99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Sources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Sales, Inventory, Promotion and Supplier systems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19072" y="1618488"/>
            <a:ext cx="13716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56232" y="1371600"/>
            <a:ext cx="1234440" cy="73152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56232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856232" y="228600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data and adds tenant_id, run_id and ingestion timestamp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18104" y="1618488"/>
            <a:ext cx="13716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5264" y="1371600"/>
            <a:ext cx="1234440" cy="731520"/>
          </a:xfrm>
          <a:prstGeom prst="rect">
            <a:avLst/>
          </a:prstGeom>
          <a:solidFill>
            <a:srgbClr val="B87333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55264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255264" y="228600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source data in its raw form, unchanged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17136" y="1618488"/>
            <a:ext cx="13716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4296" y="1371600"/>
            <a:ext cx="1234440" cy="731520"/>
          </a:xfrm>
          <a:prstGeom prst="rect">
            <a:avLst/>
          </a:prstGeom>
          <a:solidFill>
            <a:srgbClr val="8D99A6"/>
          </a:solidFill>
          <a:ln w="9525">
            <a:solidFill>
              <a:srgbClr val="8D99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54296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228600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PySpark: validate, clean, standardize and deduplicate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16168" y="1618488"/>
            <a:ext cx="13716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371600"/>
            <a:ext cx="1234440" cy="731520"/>
          </a:xfrm>
          <a:prstGeom prst="rect">
            <a:avLst/>
          </a:prstGeom>
          <a:solidFill>
            <a:srgbClr val="E0A800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053328" y="228600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PySpark: join datasets and apply business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1618488"/>
            <a:ext cx="13716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1371600"/>
            <a:ext cx="1234440" cy="73152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228600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analytics and dashboards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raw    </a:t>
            </a:r>
            <a:pPr algn="ctr" indent="0" marL="0">
              <a:buNone/>
            </a:pPr>
            <a:r>
              <a:rPr lang="en-US" sz="1600" b="1" dirty="0">
                <a:solidFill>
                  <a:srgbClr val="C5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trusted    </a:t>
            </a:r>
            <a:pPr algn="ctr" indent="0" marL="0">
              <a:buNone/>
            </a:pPr>
            <a:r>
              <a:rPr lang="en-US" sz="16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business-ready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Bronze → Validation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retail pricing for Samsung TV (P101)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92024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43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35608"/>
            <a:ext cx="1920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08760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product_id: P101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Samsung TV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base_price: 50000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Electronics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2024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143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0" y="1435608"/>
            <a:ext cx="1920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0048" y="1508760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transaction_id: T9001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product_id: P101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8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selling_price: 50000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2024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143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1435608"/>
            <a:ext cx="1920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1508760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product_id: P101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warehouse_id: WH01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stock: 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1920240" cy="292608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143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DB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1435608"/>
            <a:ext cx="1920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76288" y="1508760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promotion_id: PR20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product_id: P101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10%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YES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25880" y="2359152"/>
            <a:ext cx="182880" cy="201168"/>
          </a:xfrm>
          <a:prstGeom prst="down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2359152"/>
            <a:ext cx="182880" cy="201168"/>
          </a:xfrm>
          <a:prstGeom prst="down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2359152"/>
            <a:ext cx="182880" cy="201168"/>
          </a:xfrm>
          <a:prstGeom prst="down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359152"/>
            <a:ext cx="182880" cy="201168"/>
          </a:xfrm>
          <a:prstGeom prst="down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solidFill>
            <a:srgbClr val="B87333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raw, as received (+ tenant_id, run_id, ingestion_timestamp)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880360"/>
            <a:ext cx="8229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935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P101, Samsung TV, 50000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T9001, P101, 8, 50000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P101, WH01, 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2935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Promotion: PR20, P101, 10%, YES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Source-aligned, nothing changed yet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3529584"/>
            <a:ext cx="182880" cy="201168"/>
          </a:xfrm>
          <a:prstGeom prst="down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767328"/>
            <a:ext cx="8229600" cy="274320"/>
          </a:xfrm>
          <a:prstGeom prst="rect">
            <a:avLst/>
          </a:prstGeom>
          <a:solidFill>
            <a:srgbClr val="8D99A6"/>
          </a:solidFill>
          <a:ln w="9525">
            <a:solidFill>
              <a:srgbClr val="8D99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767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· validation &amp; cleaning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41648"/>
            <a:ext cx="8229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0965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present; IDs match across datasets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numeric, quantity valid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between 0–100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40965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transactions removed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valid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converted, values standardized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→ Transformation → Gold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clean datasets become one business-ready record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365760"/>
          </a:xfrm>
          <a:prstGeom prst="rect">
            <a:avLst/>
          </a:prstGeom>
          <a:solidFill>
            <a:srgbClr val="8D99A6"/>
          </a:solidFill>
          <a:ln w="9525">
            <a:solidFill>
              <a:srgbClr val="8D99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clean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627632"/>
            <a:ext cx="17007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records: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P101 | Samsung TV | 50000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P101 | Sales | 8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P101 | Stock | 25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P101 | Discount | 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2286000"/>
            <a:ext cx="27432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188720"/>
            <a:ext cx="1737360" cy="36576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· transform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0" y="1554480"/>
            <a:ext cx="1737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52928" y="1627632"/>
            <a:ext cx="151790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datasets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business rules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metrics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2286000"/>
            <a:ext cx="27432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188720"/>
            <a:ext cx="2103120" cy="365760"/>
          </a:xfrm>
          <a:prstGeom prst="rect">
            <a:avLst/>
          </a:prstGeom>
          <a:solidFill>
            <a:srgbClr val="E0A800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business-ready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554480"/>
            <a:ext cx="2103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56048" y="1627632"/>
            <a:ext cx="188366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record: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product_id: P101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Samsung TV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base_price: ₹50,000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10%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discount_amount: ₹5,000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final_price: ₹45,000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units_sold: 8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25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promotion_active: YES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2286000"/>
            <a:ext cx="27432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1188720"/>
            <a:ext cx="1371600" cy="36576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0" y="1554480"/>
            <a:ext cx="1371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24928" y="1627632"/>
            <a:ext cx="11521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key: product_id = P101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amount = ₹50,000 × 10% = ₹5,000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 = ₹50,000 − ₹5,000 = ₹45,000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Failure Handling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incident: Promotion API timeout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783080" cy="960120"/>
          </a:xfrm>
          <a:prstGeom prst="rect">
            <a:avLst/>
          </a:prstGeom>
          <a:solidFill>
            <a:srgbClr val="D9534F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Failure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API times out; ingestion fails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1645920"/>
            <a:ext cx="27432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280160"/>
            <a:ext cx="1783080" cy="96012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Detect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Relic spots it from logs + metrics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645920"/>
            <a:ext cx="27432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80160"/>
            <a:ext cx="1783080" cy="96012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Alert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Webhook → FastAPI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1645920"/>
            <a:ext cx="27432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280160"/>
            <a:ext cx="1783080" cy="96012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Diagnose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runs RCA: "Promotion API timeout"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1783080" cy="96012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468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Retry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via adapter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86000" y="2834640"/>
            <a:ext cx="27432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468880"/>
            <a:ext cx="1783080" cy="96012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2468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Recover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succeeds; data flows Silver → Gold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2834640"/>
            <a:ext cx="27432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468880"/>
            <a:ext cx="1783080" cy="960120"/>
          </a:xfrm>
          <a:prstGeom prst="rect">
            <a:avLst/>
          </a:prstGeom>
          <a:solidFill>
            <a:srgbClr val="13A89E"/>
          </a:solidFill>
          <a:ln w="9525">
            <a:solidFill>
              <a:srgbClr val="13A8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468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Validate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checks pass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2834640"/>
            <a:ext cx="274320" cy="22860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2468880"/>
            <a:ext cx="1783080" cy="960120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2468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Resolved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closed; if validation fails, escalate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pipeline collects, processes and delivers trusted business data; the autonomous incident-management layer monitors it continuously and helps recover it when failures occur.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Data Pipeline</dc:title>
  <dc:subject>PptxGenJS Presentation</dc:subject>
  <dc:creator>PptxGenJS</dc:creator>
  <cp:lastModifiedBy>PptxGenJS</cp:lastModifiedBy>
  <cp:revision>1</cp:revision>
  <dcterms:created xsi:type="dcterms:W3CDTF">2026-10-05T11:50:33Z</dcterms:created>
  <dcterms:modified xsi:type="dcterms:W3CDTF">2026-10-05T11:50:33Z</dcterms:modified>
</cp:coreProperties>
</file>