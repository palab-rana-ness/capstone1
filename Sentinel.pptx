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2589b3d2-d3e4-270c-8f83-70e7a40a48d5}">
          <p14:sldIdLst>
            <p14:sldId id="256"/>
            <p14:sldId id="257"/>
            <p14:sldId id="258"/>
            <p14:sldId id="259"/>
          </p14:sldIdLst>
        </p14:section>
        <p14:section name="Architecture" id="{6abd6af0-8519-3df4-87f9-1e61cf9295f9}">
          <p14:sldIdLst>
            <p14:sldId id="260"/>
            <p14:sldId id="261"/>
          </p14:sldIdLst>
        </p14:section>
        <p14:section name="Agents" id="{ddc97385-d1c6-336f-76b8-7afa78fc8446}">
          <p14:sldIdLst>
            <p14:sldId id="262"/>
            <p14:sldId id="263"/>
            <p14:sldId id="264"/>
          </p14:sldIdLst>
        </p14:section>
        <p14:section name="Operations" id="{2bdbfb27-91b2-a9c9-48b3-bb67b56dc2b1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Sentinel automates detection, root-cause diagnosis and remediation planning for data pipeline failures, with a human approving before anything executes.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terms of cost and people before introducing the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of manual triage maps to an agent. Humans stay in control at the approval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2 and 3 live in one LangGraph graph behind one endpoint; the pipeline agent is plain asyncio.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numbered arrows 1 to 8. Three services: DataPipeline :8001, capstone-ui (Reflex :3000, FastAPI :8003), AiDiagnosis :8000.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DataPipeline simulates a multi-tenant retail estate with a real PySpark medallion job. The Pipeline Agent is a plain asyncio orchestrator.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agents share one compiled StateGraph. Diagnosis agent: fetch_logs to diagnose_failure. Remediation agent: generate_remediation and validate_remediation. The human gate sits after the graph, in capstone-ui.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LLM calls are diagnose_failure and generate_remediation; everything else is deterministic.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 is the single gate. Today it records the decision only; no execution agent exists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layers: New Relic for pipeline telemetry, LangSmith for agent traces, PostgreSQL for the audit trail. Be upfront that trace ingestion is currently blocked by a 403.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incident is scoped by tenant_id across all three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tenant_002 because it is seeded to fail in the Silver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2179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6035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Sentinel · Autonomous Data Pipeline Incident Management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Sentinel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Autonomous Data Pipeline Incident Management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multi-agent system that detects a pipeline failure, finds the root cause, plans a fix, and waits for a human to approve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FastAPI · LangGraph · LangChain (Groq) · ChromaDB · Reflex · PostgreSQL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7498080" y="109728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17536" y="1271016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Image 0" descr="Fa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9268" y="1412748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58200" y="12344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Pipeline Agent spots the failed run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601200" y="201168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7498080" y="237744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17536" y="25511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268" y="269290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458200" y="2514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Diagnose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Diagnosis Agent finds the root cause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9601200" y="329184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card"/>
          <p:cNvSpPr/>
          <p:nvPr/>
        </p:nvSpPr>
        <p:spPr>
          <a:xfrm>
            <a:off x="7498080" y="365760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17536" y="3831336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FaToo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268" y="3973068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58200" y="3794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Remediation Agent proposes a fix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601200" y="457200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card"/>
          <p:cNvSpPr/>
          <p:nvPr/>
        </p:nvSpPr>
        <p:spPr>
          <a:xfrm>
            <a:off x="7498080" y="493776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17536" y="511149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3" descr="FaUse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268" y="5253228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458200" y="5074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Approve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 human approves or rejects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failures are found late and fixed by hand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1274552" cy="1234440"/>
          </a:xfrm>
          <a:prstGeom prst="roundRect">
            <a:avLst>
              <a:gd name="adj" fmla="val 7407"/>
            </a:avLst>
          </a:prstGeom>
          <a:solidFill>
            <a:schemeClr val="accent5">
              <a:alpha val="10000"/>
            </a:schemeClr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5316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0" descr="FaExclamation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145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137160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Problem statement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Retail data pipelines (Bronze → Silver → Gold) fail silently or need manual triage. Engineers check logs, guess a root cause, decide on a fix and run it by hand. That is slow, costly, and dependent on a few people.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Today: manual triage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108960"/>
            <a:ext cx="24688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Notice the failure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944368" y="3406140"/>
            <a:ext cx="42976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3392424" y="3108960"/>
            <a:ext cx="24688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 the logs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879592" y="3406140"/>
            <a:ext cx="42976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6327648" y="3108960"/>
            <a:ext cx="24688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Guess the root cause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814816" y="3406140"/>
            <a:ext cx="42976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9262872" y="3108960"/>
            <a:ext cx="24688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4  </a:t>
            </a:r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Decide and run a fix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57200" y="4023360"/>
            <a:ext cx="3630168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4297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1" descr="FaCoi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4348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Cost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49834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Downtime while engineers investigate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Stale or bad data reaches Gold reports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failure restarts triage from zero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4279392" y="4023360"/>
            <a:ext cx="3630168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4507992" y="4297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2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44348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239512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People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4553712" y="49834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On-call engineers pulled off planned work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 reading and guesswork eat engineer time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Fixes depend on who remembers the last one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8101584" y="4023360"/>
            <a:ext cx="3630168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27" name="Shape 21"/>
          <p:cNvSpPr/>
          <p:nvPr/>
        </p:nvSpPr>
        <p:spPr>
          <a:xfrm>
            <a:off x="8330184" y="42976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8" name="Image 3" descr="FaShield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443484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061704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Risk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8375904" y="49834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Silent failures go unnoticed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rushed manual fix can make things worse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consistent record of what was done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agents cut cost and people effort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26974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Today (manual)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99516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With Sentinel agents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57200" y="1691640"/>
            <a:ext cx="20574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847088"/>
            <a:ext cx="420624" cy="42062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Image 0" descr="Fa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952244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691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Detect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697480" y="1691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Someone notices a failed run or an alert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205740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card"/>
          <p:cNvSpPr/>
          <p:nvPr/>
        </p:nvSpPr>
        <p:spPr>
          <a:xfrm>
            <a:off x="6903720" y="1691640"/>
            <a:ext cx="4828032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040880" y="1691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Pipeline Agent polls the run and raises an incident when it fails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57200" y="2560320"/>
            <a:ext cx="20574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27157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282092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Diagnose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2697480" y="2560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engineer reads logs and guesses the cause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63640" y="292608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card"/>
          <p:cNvSpPr/>
          <p:nvPr/>
        </p:nvSpPr>
        <p:spPr>
          <a:xfrm>
            <a:off x="6903720" y="2560320"/>
            <a:ext cx="4828032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040880" y="2560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Diagnosis Agent reads New Relic logs and similar past incidents, then names the root cause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457200" y="3429000"/>
            <a:ext cx="20574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" y="3584448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mage 2" descr="FaToo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689604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88720" y="3429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Plan the fix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2697480" y="3429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fix is chosen ad hoc from memory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263640" y="379476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card"/>
          <p:cNvSpPr/>
          <p:nvPr/>
        </p:nvSpPr>
        <p:spPr>
          <a:xfrm>
            <a:off x="6903720" y="3429000"/>
            <a:ext cx="4828032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040880" y="3429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Remediation Agent proposes actions only from a pre-approved list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457200" y="4297680"/>
            <a:ext cx="20574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58368" y="445312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Image 3" descr="FaUse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4558284"/>
            <a:ext cx="210312" cy="21031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188720" y="4297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Approve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2697480" y="4297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Whoever is on call decides and acts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6263640" y="466344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6" name="card"/>
          <p:cNvSpPr/>
          <p:nvPr/>
        </p:nvSpPr>
        <p:spPr>
          <a:xfrm>
            <a:off x="6903720" y="4297680"/>
            <a:ext cx="4828032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040880" y="4297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human reviews the plan and approves or rejects it</a:t>
            </a:r>
            <a:endParaRPr lang="en-US" sz="1400" dirty="0"/>
          </a:p>
        </p:txBody>
      </p:sp>
      <p:sp>
        <p:nvSpPr>
          <p:cNvPr id="38" name="card"/>
          <p:cNvSpPr/>
          <p:nvPr/>
        </p:nvSpPr>
        <p:spPr>
          <a:xfrm>
            <a:off x="457200" y="5349240"/>
            <a:ext cx="5550408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640080" y="53949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Cost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Diagnosis starts the moment a run fails, so there is less downtime and fewer wasted engineer-hours.</a:t>
            </a:r>
            <a:endParaRPr lang="en-US" sz="1400" dirty="0"/>
          </a:p>
        </p:txBody>
      </p:sp>
      <p:sp>
        <p:nvSpPr>
          <p:cNvPr id="40" name="card"/>
          <p:cNvSpPr/>
          <p:nvPr/>
        </p:nvSpPr>
        <p:spPr>
          <a:xfrm>
            <a:off x="6181344" y="5349240"/>
            <a:ext cx="5550408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6364224" y="53949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People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Engineers review a ready plan instead of investigating from scratch, and past incidents are remembered.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Sentinel: three agents and one human gate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25880"/>
            <a:ext cx="2514600" cy="33375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mage 0" descr="Fa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7145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AGENT 1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Pipeline Agent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capstone-ui · asyncio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Starts and polls pipeline runs, detects FAILED or timeout, and creates the incident.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990088" y="2990088"/>
            <a:ext cx="3657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card"/>
          <p:cNvSpPr/>
          <p:nvPr/>
        </p:nvSpPr>
        <p:spPr>
          <a:xfrm>
            <a:off x="3374136" y="1325880"/>
            <a:ext cx="2514600" cy="33375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57016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36" y="17145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34256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AGENT 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557016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Diagnosis (RCA) Agent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557016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AiDiagnosis · LangGraph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Fetches logs, recalls similar incidents, and uses an LLM to find the root cause.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907024" y="2990088"/>
            <a:ext cx="3657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card"/>
          <p:cNvSpPr/>
          <p:nvPr/>
        </p:nvSpPr>
        <p:spPr>
          <a:xfrm>
            <a:off x="6291072" y="1325880"/>
            <a:ext cx="2514600" cy="33375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73952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2" descr="FaToo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72" y="17145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51192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AGENT 3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473952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Remediation Agent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473952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AiDiagnosis · LangGraph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473952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Proposes fix actions and validates them against the pre-approved list.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8823960" y="2990088"/>
            <a:ext cx="3657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card"/>
          <p:cNvSpPr/>
          <p:nvPr/>
        </p:nvSpPr>
        <p:spPr>
          <a:xfrm>
            <a:off x="9208008" y="1325880"/>
            <a:ext cx="2514600" cy="33375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390888" y="1554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3" descr="FaUse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908" y="171450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168128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HUMAN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390888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Approval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9390888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Sentinel dashboard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390888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operator reviews the plan and approves or rejects it.</a:t>
            </a:r>
            <a:endParaRPr lang="en-US" sz="1400" dirty="0"/>
          </a:p>
        </p:txBody>
      </p:sp>
      <p:sp>
        <p:nvSpPr>
          <p:cNvPr id="35" name="card"/>
          <p:cNvSpPr/>
          <p:nvPr/>
        </p:nvSpPr>
        <p:spPr>
          <a:xfrm>
            <a:off x="457200" y="4983480"/>
            <a:ext cx="5550408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640080" y="50749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One call to the AI service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Pipeline Agent calls POST /api/v1/incidents/ai-diagnosis once. The reply is split into DIAGNOSIS_COMPLETED and REMEDIATION_PLAN_READY events.</a:t>
            </a:r>
            <a:endParaRPr lang="en-US" sz="1400" dirty="0"/>
          </a:p>
        </p:txBody>
      </p:sp>
      <p:sp>
        <p:nvSpPr>
          <p:cNvPr id="37" name="card"/>
          <p:cNvSpPr/>
          <p:nvPr/>
        </p:nvSpPr>
        <p:spPr>
          <a:xfrm>
            <a:off x="6181344" y="4983480"/>
            <a:ext cx="5550408" cy="1280160"/>
          </a:xfrm>
          <a:prstGeom prst="roundRect">
            <a:avLst>
              <a:gd name="adj" fmla="val 7143"/>
            </a:avLst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6364224" y="50749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Nothing auto-executes today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Approval records the decision. An execution agent that acts on approved plans is the next step on the roadmap.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End-to-end flow: UI, pipeline and agents</a:t>
            </a:r>
            <a:endParaRPr lang="en-US" sz="3200" dirty="0"/>
          </a:p>
        </p:txBody>
      </p:sp>
      <p:sp>
        <p:nvSpPr>
          <p:cNvPr id="4" name="service DataPipeline"/>
          <p:cNvSpPr/>
          <p:nvPr/>
        </p:nvSpPr>
        <p:spPr>
          <a:xfrm>
            <a:off x="457200" y="1280160"/>
            <a:ext cx="2286000" cy="4251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DataPipeline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:8001</a:t>
            </a:r>
            <a:endParaRPr lang="en-US" sz="1400" dirty="0"/>
          </a:p>
        </p:txBody>
      </p:sp>
      <p:sp>
        <p:nvSpPr>
          <p:cNvPr id="6" name="service capstone-ui"/>
          <p:cNvSpPr/>
          <p:nvPr/>
        </p:nvSpPr>
        <p:spPr>
          <a:xfrm>
            <a:off x="3200400" y="1280160"/>
            <a:ext cx="2286000" cy="4251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337560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capstone-ui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Reflex :3000 · FastAPI :8003</a:t>
            </a:r>
            <a:endParaRPr lang="en-US" sz="1400" dirty="0"/>
          </a:p>
        </p:txBody>
      </p:sp>
      <p:sp>
        <p:nvSpPr>
          <p:cNvPr id="8" name="service AiDiagnosis"/>
          <p:cNvSpPr/>
          <p:nvPr/>
        </p:nvSpPr>
        <p:spPr>
          <a:xfrm>
            <a:off x="5943600" y="1280160"/>
            <a:ext cx="2286000" cy="4251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080760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AiDiagnosis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FastAPI :8000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874520"/>
            <a:ext cx="20116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FastAPI mock retail API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/products /sales /inventory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Spark pipeline runner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/api/v1/pipeline/run · /status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466344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S3 Data Lake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Bronze · Silver · Gold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1874520"/>
            <a:ext cx="20116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Reflex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operator UI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33756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FastAPI orchestrator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Pipeline Agent · /incidents /pipeline /tenants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337560" y="466344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incidents + payloads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080760" y="1874520"/>
            <a:ext cx="20116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Chroma vector memory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per-tenant incident history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8076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LangGraph workflow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diagnose → remediate → validate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466344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New Relic log fetch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NRQL by pipeline_id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5760720"/>
            <a:ext cx="77724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New Relic (observability)  </a:t>
            </a:r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pipeline telemetry and logs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600200" y="265176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1600200" y="429768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931920" y="265176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526280" y="265176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4" name="Shape 21"/>
          <p:cNvSpPr/>
          <p:nvPr/>
        </p:nvSpPr>
        <p:spPr>
          <a:xfrm>
            <a:off x="4206240" y="429768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606040" y="374904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606040" y="4114800"/>
            <a:ext cx="3657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71800" y="4114800"/>
            <a:ext cx="0" cy="164592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349240" y="342900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349240" y="384048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30" name="Shape 27"/>
          <p:cNvSpPr/>
          <p:nvPr/>
        </p:nvSpPr>
        <p:spPr>
          <a:xfrm>
            <a:off x="5715000" y="4224528"/>
            <a:ext cx="0" cy="15361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349240" y="4224528"/>
            <a:ext cx="36576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32" name="Shape 29"/>
          <p:cNvSpPr/>
          <p:nvPr/>
        </p:nvSpPr>
        <p:spPr>
          <a:xfrm>
            <a:off x="7086600" y="265176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7086600" y="429768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7086600" y="539496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3794760" y="2788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2834640" y="36118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2834640" y="480060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577840" y="4800600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577840" y="32918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080760" y="30632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577840" y="37033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3200400" y="173736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43" name="legend"/>
          <p:cNvSpPr/>
          <p:nvPr/>
        </p:nvSpPr>
        <p:spPr>
          <a:xfrm>
            <a:off x="8549640" y="1280160"/>
            <a:ext cx="3182112" cy="5029200"/>
          </a:xfrm>
          <a:prstGeom prst="roundRect">
            <a:avLst>
              <a:gd name="adj" fmla="val 2874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3252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Flow, step by step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8714232" y="18013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9098280" y="1783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Operator runs the pipeline for a tenant from the Reflex dashboard.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8714232" y="235000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9098280" y="23317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Orchestrator calls POST /pipeline/run with X-Tenant-ID, then polls /status.</a:t>
            </a:r>
            <a:endParaRPr lang="en-US" sz="1150" dirty="0"/>
          </a:p>
        </p:txBody>
      </p:sp>
      <p:sp>
        <p:nvSpPr>
          <p:cNvPr id="49" name="Text 46"/>
          <p:cNvSpPr txBox="1"/>
          <p:nvPr/>
        </p:nvSpPr>
        <p:spPr>
          <a:xfrm>
            <a:off x="8714232" y="289864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9098280" y="28803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Spark job runs Bronze → Silver → Gold into S3 and sends telemetry to New Relic.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8714232" y="3447288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9098280" y="342900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 failure (poll result or New Relic alert) reaches the orchestrator.</a:t>
            </a:r>
            <a:endParaRPr lang="en-US" sz="1150" dirty="0"/>
          </a:p>
        </p:txBody>
      </p:sp>
      <p:sp>
        <p:nvSpPr>
          <p:cNvPr id="53" name="Text 50"/>
          <p:cNvSpPr txBox="1"/>
          <p:nvPr/>
        </p:nvSpPr>
        <p:spPr>
          <a:xfrm>
            <a:off x="8714232" y="399592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9098280" y="39776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Incident is saved in PostgreSQL; POST /ai-diagnosis goes to the AI service.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8714232" y="45445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9098280" y="45262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LangGraph reads logs, recalls Chroma history, diagnoses, remediates, validates.</a:t>
            </a:r>
            <a:endParaRPr lang="en-US" sz="1150" dirty="0"/>
          </a:p>
        </p:txBody>
      </p:sp>
      <p:sp>
        <p:nvSpPr>
          <p:cNvPr id="57" name="Text 54"/>
          <p:cNvSpPr txBox="1"/>
          <p:nvPr/>
        </p:nvSpPr>
        <p:spPr>
          <a:xfrm>
            <a:off x="8714232" y="509320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9098280" y="50749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DiagnosisResponse returns: root cause, remediation plan, confidence.</a:t>
            </a:r>
            <a:endParaRPr lang="en-US" sz="1150" dirty="0"/>
          </a:p>
        </p:txBody>
      </p:sp>
      <p:sp>
        <p:nvSpPr>
          <p:cNvPr id="59" name="Text 56"/>
          <p:cNvSpPr txBox="1"/>
          <p:nvPr/>
        </p:nvSpPr>
        <p:spPr>
          <a:xfrm>
            <a:off x="8714232" y="5641848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9098280" y="56235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Operator approves or rejects; the decision is recorded.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source pipeline and the Pipeline Agent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2588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FastAPI sources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retail mock APIs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395728" y="1737360"/>
            <a:ext cx="374904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2788920" y="132588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Bronze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raw data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27448" y="1737360"/>
            <a:ext cx="374904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120640" y="132588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Silver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cleaned and validated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59168" y="1737360"/>
            <a:ext cx="374904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7452360" y="132588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Gold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business-ready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390888" y="1737360"/>
            <a:ext cx="374904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9784080" y="132588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S3 data lake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output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3317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Sources are seeded in memory: suppliers, products, sales/orders, inventory and promotions. Every stage sends telemetry to New Relic tagged PIPELINE_ID=retail_data_pipeline, which is the evidence the Diagnosis Agent later queries.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57200" y="3108960"/>
            <a:ext cx="548640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340614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8016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Three retail tenants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731520" y="39776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tenant_001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RetailMart India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tenant_002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SuperStore India · seeded with ~20% invalid records, so Silver-stage data-quality failures are reproducible for the demo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tenant_003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QuickBuy India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6245352" y="3108960"/>
            <a:ext cx="548640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</p:spPr>
      </p:sp>
      <p:sp>
        <p:nvSpPr>
          <p:cNvPr id="20" name="Shape 16"/>
          <p:cNvSpPr/>
          <p:nvPr/>
        </p:nvSpPr>
        <p:spPr>
          <a:xfrm>
            <a:off x="6428232" y="3291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1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532" y="340614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068312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Pipeline Agent (asyncio)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537960" y="39776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start_workflow() launches a run in DataPipeline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Polls status every N seconds and backs off on errors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 FAILED or timeout, creates incident INC-xxxxxxxx and hands off to the AI service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Saves state to PostgreSQL every tick, so a restart resumes in-flight runs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LangGraph: agents, nodes and the human gate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11274552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endpoint: POST /api/v1/incidents/ai-diagnosis   ·   LLM: ChatGroq (openai/gpt-oss-20b)   ·   Memory: ChromaDB   ·   Logs: New Relic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24912" y="1783080"/>
            <a:ext cx="9043416" cy="1508760"/>
          </a:xfrm>
          <a:prstGeom prst="roundRect">
            <a:avLst>
              <a:gd name="adj" fmla="val 6061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7" name="Shape 4"/>
          <p:cNvSpPr/>
          <p:nvPr/>
        </p:nvSpPr>
        <p:spPr>
          <a:xfrm>
            <a:off x="7388352" y="3657600"/>
            <a:ext cx="4379976" cy="1508760"/>
          </a:xfrm>
          <a:prstGeom prst="roundRect">
            <a:avLst>
              <a:gd name="adj" fmla="val 6061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889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Diagnosis / RCA Agent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Remediation / Planning Agent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validate_trigger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checks input, builds the incident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77440" y="267462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78892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fetch_logs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New Relic logs via NRQL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160" y="267462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512064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validate_incident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stops if there is no evidence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40880" y="267462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745236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retrieve_similar_incidents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RAG over Chroma, per tenant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372600" y="267462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978408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diagnose_failure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LLM: root cause + confidence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78408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generate_remediation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LLM: proposes fix actions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372600" y="454914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1" name="Text 18"/>
          <p:cNvSpPr txBox="1"/>
          <p:nvPr/>
        </p:nvSpPr>
        <p:spPr>
          <a:xfrm>
            <a:off x="745236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validate_remediation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guardrail: allowed actions only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040880" y="454914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3" name="Text 20"/>
          <p:cNvSpPr txBox="1"/>
          <p:nvPr/>
        </p:nvSpPr>
        <p:spPr>
          <a:xfrm>
            <a:off x="512064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store_incident_memory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saves incident to Chroma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09160" y="454914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5" name="Text 22"/>
          <p:cNvSpPr txBox="1"/>
          <p:nvPr/>
        </p:nvSpPr>
        <p:spPr>
          <a:xfrm>
            <a:off x="278892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build_response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assembles DiagnosisResponse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377440" y="454914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7" name="Text 24"/>
          <p:cNvSpPr txBox="1"/>
          <p:nvPr/>
        </p:nvSpPr>
        <p:spPr>
          <a:xfrm>
            <a:off x="45720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Human approval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approve or reject in the UI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0744200" y="3154680"/>
            <a:ext cx="0" cy="9144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457200" y="5120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outside the graph, in capstone-ui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576072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49808" y="5715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Setup and wrap-up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291840" y="576072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584448" y="5715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Diagnosis / RCA Agent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126480" y="576072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419088" y="5715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Remediation / Planning Agent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961120" y="576072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9253728" y="5715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Human approval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each LangGraph node does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6245352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Part of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validate_trigger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Support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Checks the trigger payload and builds the Incident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fetch_logs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Diagnosis Agent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Queries New Relic NerdGraph (NRQL, filtered by pipeline_id) for log lines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validate_incident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Diagnosis Agent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Fails fast (400) if New Relic returned no evidence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retrieve_similar_incidents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Diagnosis Agent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Tenant-scoped similarity search in ChromaDB (RAG, top-k)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diagnose_failure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Diagnosis Agent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LLM call (ChatGroq, structured output): root cause, confidence, evidence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generate_remediation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Remediation Agent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LLM call limited to the allowed fix actions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validate_remediation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Remediation Agent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Rejects any action outside the allow-list; lowers confidence if no evidence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store_incident_memory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Support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Saves the incident to Chroma for future retrieval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build_response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Support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Assembles the final DiagnosisResponse for the UI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Human approval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Human (capstone-ui)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Operator approves or rejects the plan before anything is executed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Human approval and the audit trail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6035040" cy="4983480"/>
          </a:xfrm>
          <a:prstGeom prst="roundRect">
            <a:avLst>
              <a:gd name="adj" fmla="val 1835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617220" y="14859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FaUser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1163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single gate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33172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21945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 is ready and the incident status becomes AWAITING_APPROVAL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04495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90779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Operator opens Pipeline Run history on the Sentinel dashboard: root cause, logs and proposed remedies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3758184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362102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Operator clicks Approve &amp; Execute or Reject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447141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188720" y="433425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 /api/v1/incidents/{incident_id}/remediation/approve | reject records the decision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40080" y="5120640"/>
            <a:ext cx="5669280" cy="1005840"/>
          </a:xfrm>
          <a:prstGeom prst="roundRect">
            <a:avLst>
              <a:gd name="adj" fmla="val 9091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2960" y="51663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Nothing executes automatically, by design.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Approval only records the decision; an execution agent is on the roadmap.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766560" y="1280160"/>
            <a:ext cx="4965192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19" name="Shape 15"/>
          <p:cNvSpPr/>
          <p:nvPr/>
        </p:nvSpPr>
        <p:spPr>
          <a:xfrm>
            <a:off x="6926580" y="14859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1" descr="Fa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310" y="161163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58952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Audit trail (AgentEventDB)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995160" y="2286000"/>
            <a:ext cx="1600200" cy="347472"/>
          </a:xfrm>
          <a:prstGeom prst="roundRect">
            <a:avLst>
              <a:gd name="adj" fmla="val 21053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PipelineAgent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732520" y="2286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PIPELINE_FAILED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995160" y="2743200"/>
            <a:ext cx="1600200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DiagnosisAgent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732520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DIAGNOSIS_COMPLETED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995160" y="3200400"/>
            <a:ext cx="1600200" cy="347472"/>
          </a:xfrm>
          <a:prstGeom prst="roundRect">
            <a:avLst>
              <a:gd name="adj" fmla="val 21053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RemediationAgent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8732520" y="3200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REMEDIATION_PLAN_READY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6995160" y="3657600"/>
            <a:ext cx="160020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Human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8732520" y="36576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APPROVAL_GRANTED / REJECTED</a:t>
            </a:r>
            <a:endParaRPr lang="en-US" sz="1200" dirty="0"/>
          </a:p>
        </p:txBody>
      </p:sp>
      <p:sp>
        <p:nvSpPr>
          <p:cNvPr id="30" name="card"/>
          <p:cNvSpPr/>
          <p:nvPr/>
        </p:nvSpPr>
        <p:spPr>
          <a:xfrm>
            <a:off x="6766560" y="4389120"/>
            <a:ext cx="4965192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995160" y="4480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PostgreSQL tables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6995160" y="4892040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IncidentDB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9326880" y="4892040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IncidentPayloadDB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6995160" y="5276088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WorkflowRunDB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9326880" y="5276088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AgentEventDB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6995160" y="5660136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DiagnosisDB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9326880" y="5660136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RemediationPlanDB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6995160" y="5989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approval_status:  PENDING → APPROVED | REJECTED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Observability with LangSmith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50292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662940" y="17145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Fa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863090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353312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New Relic: pipeline telemetry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Spark stage emits logs tagged with PIPELINE_ID. The Diagnosis Agent queries them as evidence.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2880360"/>
            <a:ext cx="50292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9" name="Shape 5"/>
          <p:cNvSpPr/>
          <p:nvPr/>
        </p:nvSpPr>
        <p:spPr>
          <a:xfrm>
            <a:off x="662940" y="33147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FaProjectDia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3463290"/>
            <a:ext cx="297180" cy="2971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2953512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LangSmith: agent traces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Switched on with env vars only (LANGSMITH_TRACING, API_KEY, PROJECT). LangGraph and LangChain then trace every node and LLM call with no code change.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57200" y="4480560"/>
            <a:ext cx="50292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3" name="Shape 8"/>
          <p:cNvSpPr/>
          <p:nvPr/>
        </p:nvSpPr>
        <p:spPr>
          <a:xfrm>
            <a:off x="662940" y="49149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FaClipboard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5063490"/>
            <a:ext cx="297180" cy="2971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08760" y="4553712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PostgreSQL: audit trail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AgentEventDB records each step, from PIPELINE_FAILED to the human decision.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760720" y="1280160"/>
            <a:ext cx="5971032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9893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One incident, one trace (illustrative structure)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989320" y="1783080"/>
            <a:ext cx="5577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run  (tags: incident_id, tenant_id)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validate_trigger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fetch_logs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validate_incident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retrieve_similar_incidents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diagnose_failure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ChatGroq: prompt, output, tokens, latency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generate_remediation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ChatGroq: prompt, output, tokens, latency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validate_remediation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store_incident_memory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build_response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760720" y="4892040"/>
            <a:ext cx="5971032" cy="1371600"/>
          </a:xfrm>
          <a:prstGeom prst="roundRect">
            <a:avLst>
              <a:gd name="adj" fmla="val 6667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943600" y="4937760"/>
            <a:ext cx="5623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Status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Tracing is wired through env config. Trace ingestion is currently blocked by a 403 on the LangSmith account (key or workspace permission) and is being resolved. Next: tag every span with incident_id and tenant_id so one incident filters as one trace.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Tech stack and tenant isolation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630168" cy="306324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FaBr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AiDiagnosis  :8000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2402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LangGraph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LangChain + langchain-groq (openai/gpt-oss-20b)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ChromaDB, local persistent vector store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 Relic NerdGraph for logs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279392" y="1280160"/>
            <a:ext cx="3630168" cy="306324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4462272" y="146304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Image 1" descr="Fa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6002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48072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DataPipeline  :8001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53712" y="22402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 mock retail source APIs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PySpark (retail-spark-pipeline)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AWS S3 data lake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 Relic OTLP telemetry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01584" y="1280160"/>
            <a:ext cx="3630168" cy="306324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/>
        </p:spPr>
      </p:sp>
      <p:sp>
        <p:nvSpPr>
          <p:cNvPr id="15" name="Shape 10"/>
          <p:cNvSpPr/>
          <p:nvPr/>
        </p:nvSpPr>
        <p:spPr>
          <a:xfrm>
            <a:off x="8284464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Pl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60020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70264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capstone-ui  :3000 / :8003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375904" y="22402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Reflex (frontend and backend)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Separate FastAPI backend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PostgreSQL with SQLAlchemy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httpx for service-to-service calls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94360" y="44805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3" descr="Fa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6177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Strict tenant isolation, end to end</a:t>
            </a:r>
            <a:endParaRPr lang="en-US" sz="2000" dirty="0"/>
          </a:p>
        </p:txBody>
      </p:sp>
      <p:sp>
        <p:nvSpPr>
          <p:cNvPr id="22" name="card"/>
          <p:cNvSpPr/>
          <p:nvPr/>
        </p:nvSpPr>
        <p:spPr>
          <a:xfrm>
            <a:off x="457200" y="5212080"/>
            <a:ext cx="3630168" cy="1051560"/>
          </a:xfrm>
          <a:prstGeom prst="roundRect">
            <a:avLst>
              <a:gd name="adj" fmla="val 8696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40080" y="5257800"/>
            <a:ext cx="3264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DataPipeline: every run carries an X-Tenant-ID header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4279392" y="5212080"/>
            <a:ext cx="3630168" cy="1051560"/>
          </a:xfrm>
          <a:prstGeom prst="roundRect">
            <a:avLst>
              <a:gd name="adj" fmla="val 8696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4462272" y="5257800"/>
            <a:ext cx="3264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AiDiagnosis: Chroma queries are scoped by tenant_id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8101584" y="5212080"/>
            <a:ext cx="3630168" cy="1051560"/>
          </a:xfrm>
          <a:prstGeom prst="roundRect">
            <a:avLst>
              <a:gd name="adj" fmla="val 8696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8284464" y="5257800"/>
            <a:ext cx="3264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PostgreSQL: incident rows are scoped by tenant_id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Demo flow and next steps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6492240" cy="4983480"/>
          </a:xfrm>
          <a:prstGeom prst="roundRect">
            <a:avLst>
              <a:gd name="adj" fmla="val 183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Demo flow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201168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 the Sentinel dashboard and run the pipeline for tenant_002, which is seeded to fail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175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83464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Watch the status poll tick until the run shows FAILED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8404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365760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Expand the incident: root cause, evidence and remedies from the agents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6634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448056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Click Approve &amp; Execute and confirm approval_status: APPROVED via the API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48640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530352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Show the LangSmith trace for the same incident, once account access is fixed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1325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7" name="card"/>
          <p:cNvSpPr/>
          <p:nvPr/>
        </p:nvSpPr>
        <p:spPr>
          <a:xfrm>
            <a:off x="7269480" y="1920240"/>
            <a:ext cx="4462272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98080" y="23088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mage 0" descr="FaB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44602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229600" y="201168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Execution agent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Carry out an approved action, then check the result.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7269480" y="3383280"/>
            <a:ext cx="4462272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498080" y="37719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mage 1" descr="FaProjectDia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90906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229600" y="347472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Full tracing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Fix LangSmith access and add @traceable around New Relic and Chroma calls.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7269480" y="4846320"/>
            <a:ext cx="4462272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498080" y="52349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2" descr="FaUser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537210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229600" y="49377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Approval everywhere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Approve / Reject to the legacy incident-detail page.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nel Light">
  <a:themeElements>
    <a:clrScheme name="Sentinel Light">
      <a:dk1>
        <a:srgbClr val="1B2A3A"/>
      </a:dk1>
      <a:lt1>
        <a:srgbClr val="FFFFFF"/>
      </a:lt1>
      <a:dk2>
        <a:srgbClr val="0B4F5C"/>
      </a:dk2>
      <a:lt2>
        <a:srgbClr val="EEF3F6"/>
      </a:lt2>
      <a:accent1>
        <a:srgbClr val="0F7C8C"/>
      </a:accent1>
      <a:accent2>
        <a:srgbClr val="C26500"/>
      </a:accent2>
      <a:accent3>
        <a:srgbClr val="5B5FC7"/>
      </a:accent3>
      <a:accent4>
        <a:srgbClr val="23805A"/>
      </a:accent4>
      <a:accent5>
        <a:srgbClr val="C8483A"/>
      </a:accent5>
      <a:accent6>
        <a:srgbClr val="5F6B78"/>
      </a:accent6>
      <a:hlink>
        <a:srgbClr val="0F7C8C"/>
      </a:hlink>
      <a:folHlink>
        <a:srgbClr val="5B5FC7"/>
      </a:folHlink>
    </a:clrScheme>
    <a:fontScheme name="Sentinel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Sentinel: Autonomous Data Pipeline Incident Management</dc:title>
  <dc:subject>PptxGenJS Presentation</dc:subject>
  <dc:creator>PptxGenJS</dc:creator>
  <cp:lastModifiedBy>PptxGenJS</cp:lastModifiedBy>
  <cp:revision>1</cp:revision>
  <dcterms:created xsi:type="dcterms:W3CDTF">2026-10-05T10:23:16Z</dcterms:created>
  <dcterms:modified xsi:type="dcterms:W3CDTF">2026-10-05T10:23:16Z</dcterms:modified>
</cp:coreProperties>
</file>