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822960"/>
            <a:ext cx="4206240" cy="420624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377440"/>
            <a:ext cx="3108960" cy="310896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 Pipeline Incident Management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diagnosis, remediation planning and human-gated recovery of data pipeline failures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LangGraph · LangChain (Groq) · ChromaDB · Reflex ·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fail. Triage shouldn’t be manual.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29968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pipelines (Bronze → Silver → Gold) fail silently or need manual triage.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check logs, guess the root cause, decide a fix, then execute it by hand.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36192"/>
            <a:ext cx="457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299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detection → root-cause diagnosis → remediation planning.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loop: nothing executes until an engineer approves the plan.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services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capstone-ui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2996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dashboard :3000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:8003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Agent (asyncio)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36192"/>
            <a:ext cx="457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DataPipeline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02996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retail mock APIs :8001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job: Bronze → Silver → Gold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536192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AiDiagnosis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02996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(RCA + Remediation)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 LLM · ChromaDB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capstone-ui → DataPipeline  </a:t>
            </a:r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Agent starts &amp; polls runs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capstone-ui → AiDiagnosis  </a:t>
            </a:r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FAILED: one combined call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 </a:t>
            </a:r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Relic (telemetry + NRQL logs) · AWS S3 data lake · ChromaDB vector store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agents, one 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Pipeline Agent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29968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asyncio tasks in capstone-ui. Starts and polls runs, detects failure, creates incident INC-xxxxxxxx. State persisted each tick so restarts resume.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36192"/>
            <a:ext cx="457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Diagnosis / RCA Agent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029968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node group. Pulls real logs, retrieves similar past incidents (RAG), and asks the LLM for root cause, confidence and evidence.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536192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Remediation Agent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029968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node group. LLM proposes fixes limited to an allow-list; a deterministic guardrail validates every action.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then approves or rejects the plan. Nothing auto-executes.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REMEDIATION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LangGraph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validate_​trigger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5544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resolve_​adapter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15544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fetch_​logs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15544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validate_​incident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15544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retrieve_​similar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78892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diagnose_​failure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94560" y="27889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94560" y="278892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generate_​remediation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0" y="27889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278892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validate_​remediation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27889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0" y="278892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store_​memory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32320" y="27889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41E33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2788920"/>
            <a:ext cx="14173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build_​response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continues on second row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977640"/>
            <a:ext cx="1645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/ RCA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3977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99232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/ Planning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3977640"/>
            <a:ext cx="164592" cy="164592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93792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nodes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endpoint: POST /api/v1/incidents/ai-diagnosis. The UI splits the response into two audit events.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node does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validate_trigger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checks; builds the Incident from the minimal 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resolve_adapter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Spark or Synapse adapter (strategy pattern)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Relic NerdGraph NRQL query filtered by pipeline_id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validate_incident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fast (400) if no evidence was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retrieve_similar_incidents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RAG: tenant-scoped cosine search in ChromaDB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diagnose_failure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call, structured output: root cause, confidence,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generate_remediation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 limited to the adapter’s allow-listed 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validate_remediation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Guardrail: rejects off-list actions, downgrades 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store_incident_memory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Upserts into Chroma for future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5E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Assembles the final DiagnosisResponse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DataPipeline: the source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14630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 w="25400">
            <a:solidFill>
              <a:srgbClr val="C0C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4630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4630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4630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5603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sources → Bronze → Silver → Gold → S3. Real PySpark job (retail-spark-pipeline) emitting per-stage telemetry to New Relic under PIPELINE_ID=retail_data_pipeline, which the Diagnosis Agent later queries.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3716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536192"/>
            <a:ext cx="457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tenants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029968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tenant_001  RetailMart India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tenant_002  SuperStore India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tenant_003  QuickBuy India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tenant_002 is seeded with a deterministic ~20% invalid-record rate, so Silver-stage failures are reproducible for demos.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&amp; the adapter pattern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scoped by tenant_id end to end: DataPipeline, Chroma queries and Postgres rows. No cross-tenant leakage.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8483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SparkAdapter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578608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known failure patterns: OOM, data skew, shuffle failures, schema mismatch, connection failures and more.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allow-listed remediation actions.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084832"/>
            <a:ext cx="457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SynapseAdapter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578608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minimal prototype: 2 patterns, 3 actions.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same graph and same nodes work for a second technology with zero changes.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audit trail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IncidentDB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371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IncidentPayloadDB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371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WorkflowRunDB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AgentEventDB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DiagnosisDB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RemediationPlanDB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090672"/>
            <a:ext cx="457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WorkflowRunDB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5844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poll state, attempts and deadlines per pipeline run.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090672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AgentEventDB: audit trail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5844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PIPELINE_FAILED · DIAGNOSIS_COMPLETED · REMEDIATION_PLAN_READY · APPROVAL_GRANTED / REJECTED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gate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444752" cy="73152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44475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93392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76272" y="1463040"/>
            <a:ext cx="1444752" cy="73152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1463040"/>
            <a:ext cx="144475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detected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03904" y="1463040"/>
            <a:ext cx="1444752" cy="73152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1463040"/>
            <a:ext cx="144475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+ plan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31536" y="1463040"/>
            <a:ext cx="1444752" cy="73152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1536" y="1463040"/>
            <a:ext cx="144475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AWAITING_APPROVAL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59168" y="1463040"/>
            <a:ext cx="1444752" cy="73152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1463040"/>
            <a:ext cx="144475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5603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724912"/>
            <a:ext cx="457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gate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21868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/api/v1/incidents/{id}/remediation/approve | reject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only records a decision (PENDING → APPROVED | REJECTED).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5603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72491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21868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dashboard shows root cause, logs and remedies with Approve &amp; Execute / Reject buttons. There is currently no execution agent, by design.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with LangSmith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57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tracing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29968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LANGSMITH_TRACING / API_KEY / PROJECT are env-only config, no keys in source.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langsmith SDK ships with langchain-core, so every node and LLM call (prompt, output, tokens, latency) is traced automatically.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36192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design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29968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and verified end to end except an account-side 403 on trace ingestion (key / workspace permissions), isolated with a probe script.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tag spans with incident_id / tenant_id so one incident is one filterable trace.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 &amp; lessons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9047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PySpark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84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JAVA_HOME / HADOOP_HOME must be propagated per terminal session into uvicorn.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49047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+ FastAPI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84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create_task from a sync route silently fails; routes scheduling agents must be async def.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9047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asyncio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84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ORM rows across closed sessions raise DetachedInstanceError; fixed with frozen snapshot dataclasses.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09067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shadowing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5844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AiDiagnosis’s own .env shadows the repo-root .env; new shared vars are easy to miss.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3090672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bug fixed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35844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never triggered on real failures: create_task inside a to_thread function had no loop, and a try/except hid it.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 for tenant_002, which is known to fail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poll status tick, then FAILED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incident: root cause, evidence, remedies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Approve &amp; Execute; confirm APPROVED via API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LangSmith trace for that incident (once key is fixed)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57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Agent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299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approved remediations; today approval only records the decision.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36192"/>
            <a:ext cx="457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coverage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299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LangSmith permissions; add @traceable around New Relic and Chroma calls.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90672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everywhere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844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the Sentinel dashboard to the legacy incident-detail page.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41E33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90672"/>
            <a:ext cx="457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parity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844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prototype adapter to match Spark.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822960"/>
            <a:ext cx="4206240" cy="420624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Sentinel: Autonomous Data Pipeline Incident Management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</dc:title>
  <dc:subject>PptxGenJS Presentation</dc:subject>
  <dc:creator>PptxGenJS</dc:creator>
  <cp:lastModifiedBy>PptxGenJS</cp:lastModifiedBy>
  <cp:revision>1</cp:revision>
  <dcterms:created xsi:type="dcterms:W3CDTF">2026-10-05T09:40:50Z</dcterms:created>
  <dcterms:modified xsi:type="dcterms:W3CDTF">2026-10-05T09:40:50Z</dcterms:modified>
</cp:coreProperties>
</file>